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560320"/>
            <a:ext cx="103601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A79"/>
                </a:solidFill>
                <a:latin typeface="맑은 고딕"/>
              </a:rPr>
              <a:t>스토리보드 기획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D8EA"/>
                </a:solidFill>
                <a:latin typeface="맑은 고딕"/>
              </a:rPr>
              <a:t>Storyboard Planning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캠페인 : 만들기 전에, 한 번 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맑은 고딕"/>
              </a:rPr>
              <a:t>K-AI 콘텐츠 공모전 2026  |  Track A. 대학(원)/일반부 AI 영상(광고)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01  브랜드 아이덴티티 / Brand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캠페인명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05156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만들기 전에, 한 번 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공모 주제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0992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AI 윤리 준수 — 생성형 AI 사용 시 지켜야 할 에티켓 및 저작권 보호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82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타겟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6829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생성형 AI 창작 도구를 사용하는 대학생·크리에이터·일반인 (20~40대)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톤앤매너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2666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미니멀·감성적 / 차분하고 여운 있는 시네마틱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8503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USP (차별점)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68503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"AI로 만들 때도 창작자의 권리를 먼저 생각한다"는 태도 자체가 새로운 창작 문화임을 보여줌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핵심 메시지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34340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AI로 만들 때도, 창작자를 먼저 생각합니다.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01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맑은 고딕"/>
              </a:rPr>
              <a:t>엔딩 슬로건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0017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만들기 전에, 한 번 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02  캠페인 목표 및 서사 구조 / Narrative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맑은 고딕"/>
              </a:rPr>
              <a:t>광고 목적 : AI 저작권·에티켓 인식 제고  (인지 + 태도 변화)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A79"/>
                </a:solidFill>
                <a:latin typeface="맑은 고딕"/>
              </a:rPr>
              <a:t>기 (씬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</a:rPr>
              <a:t>누군가의 손에서 창작물이 탄생한다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A79"/>
                </a:solidFill>
                <a:latin typeface="맑은 고딕"/>
              </a:rPr>
              <a:t>승 (씬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762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</a:rPr>
              <a:t>그 수많은 창작물들이 AI를 만들었다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A79"/>
                </a:solidFill>
                <a:latin typeface="맑은 고딕"/>
              </a:rPr>
              <a:t>전 (씬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8895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</a:rPr>
              <a:t>이제 당신도 AI로 창작하는 사람이다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027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A79"/>
                </a:solidFill>
                <a:latin typeface="맑은 고딕"/>
              </a:rPr>
              <a:t>결 (씬 4·5)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60273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</a:rPr>
              <a:t>만들기 전에, 한 번 더 — 출처·허락·존중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D8EA"/>
                </a:solidFill>
                <a:latin typeface="맑은 고딕"/>
              </a:rPr>
              <a:t>영상 스펙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맑은 고딕"/>
              </a:rPr>
              <a:t>총 40초  |  1920×1080 (1080p)  |  16:9 가로형  |  24fps  |  H.264 / AAC  |  공모전 공식 지정 음원  |  AI 워터마크 우측 하단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03  사용 도구 목록 / Tool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A79"/>
                </a:solidFill>
                <a:latin typeface="맑은 고딕"/>
              </a:rPr>
              <a:t>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960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A79"/>
                </a:solidFill>
                <a:latin typeface="맑은 고딕"/>
              </a:rPr>
              <a:t>주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960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A79"/>
                </a:solidFill>
                <a:latin typeface="맑은 고딕"/>
              </a:rPr>
              <a:t>대안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960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A79"/>
                </a:solidFill>
                <a:latin typeface="맑은 고딕"/>
              </a:rPr>
              <a:t>선택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11457432" cy="127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8EA"/>
                </a:solidFill>
                <a:latin typeface="맑은 고딕"/>
              </a:rPr>
              <a:t>이미지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08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Google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Ideogram / Canva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프롬프트 접근성이 높고 사실적·일러스트 스타일 모두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8EA"/>
                </a:solidFill>
                <a:latin typeface="맑은 고딕"/>
              </a:rPr>
              <a:t>영상 변환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13432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Runway Gen-3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13432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Pika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1343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이미지→모션 변환 품질 우수, 씬별 세밀한 모션 제어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18104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8EA"/>
                </a:solidFill>
                <a:latin typeface="맑은 고딕"/>
              </a:rPr>
              <a:t>음성 합성 TTS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1810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ElevenLabs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1810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CLOVA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18104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감성적이고 자연스러운 한국어 목소리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227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8EA"/>
                </a:solidFill>
                <a:latin typeface="맑은 고딕"/>
              </a:rPr>
              <a:t>BGM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922776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공모전 공식 지정 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922776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2277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공모전 규정 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274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8EA"/>
                </a:solidFill>
                <a:latin typeface="맑은 고딕"/>
              </a:rPr>
              <a:t>편집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7274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CapCut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7274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DaVinci Resolve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274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텍스트 애니메이션·AI 워터마크 삽입·BGM 페이드아웃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1  —  창작자의 손 / Creator's Hand  [컷 A·B·C]  (0~7초, 7초)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목표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사람의 손에서 창작물이 탄생한다는 사실을 시각적으로 각인시킨다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1848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클로즈업 / 붓·건반·키보드 손 3컷 / 어두운 스튜디오 배경 / 텍스트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내레이션/카피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7685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없음 (음악과 영상만)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사용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3522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 : Google Gemini  |  영상 : Runway Gen-3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도구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59359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3개 장면(화가·피아니스트·작가) 키비주얼 생성 후 Runway로 슬로우모션 변환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이미지 프롬프트 (Gemini / 컷 A — 화가의 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 dramatic close-up of a painter's hand holding a fine brush,
making a single delicate stroke on a white canvas.
Chiaroscuro lighting, dark studio background, warm golden highlights,
shallow depth of field, cinematic, photorealistic, 4K.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091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화가의 손이 붓으로 한 획을 긋는 클로즈업.
명암 대비 강한 조명, 어두운 배경, 황금빛 하이라이트.
[컷 B] 피아니스트 손, 청백 색조
[컷 C] 작가 손, 기계식 키보드 타이핑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파일명 : scene01A_painter.png / scene01B_pianist.png / scene01C_writer.png
scene01A_motion.mp4 / scene01B_motion.mp4 / scene01C_motion.mp4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결과 요약 : 황금빛·청백·무채색 3가지 손 클로즈업, 창작 행위의 다양성 시각화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2  —  AI 학습 시각화 / AI Learning Visualization  (7~17초, 10초)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목표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수많은 창작물이 AI를 학습시켰다는 사실을 추상적으로 시각화한다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1848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광각 / 창작물 파티클 → 중앙 AI 아이콘 수렴 / 어두운 우주 배경 / 내레이션 텍스트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내레이션/카피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7685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"이 모든 창작물이... AI를 만들었습니다."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사용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3522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 : Gemini  |  영상 : Runway  |  음성 : ElevenLabs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도구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59359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추상 파티클 시각화 → Runway 수렴 모션 → ElevenLabs 감성 내레이션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이미지 프롬프트 (Gemini)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Abstract digital visualization of thousands of tiny artworks,
music notes, handwritten text, and painting fragments
all flowing and converging into a single glowing AI neural network icon.
Deep dark navy space background, electric blue and white luminous particles,
flowing data streams, cinematic, high contrast, dramatic, 4K.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091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그림·악보·텍스트 조각들이 중앙의 빛나는 AI 아이콘으로 수렴.
어두운 우주 배경, 전기빛 파란색·흰색 발광 파티클, 데이터 스트림.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파일명 : scene02_ai_learning.png  /  scene02_motion.mp4  /  scene02_narration.mp3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결과 요약 : 어두운 우주 배경 위 파란 파티클 수렴 이미지 확보, 광고 톤앤매너 일치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2  —  영상 변환 &amp; 내레이션 프롬프트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A79"/>
                </a:solidFill>
                <a:latin typeface="맑은 고딕"/>
              </a:rPr>
              <a:t>Runway 영상 변환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Thousands of tiny image and text particles swirl and stream inward,
converging into the central glowing AI icon which pulses with light,
smooth flowing motion, cinematic VFX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파티클이 소용돌이치며 AI 아이콘으로 수렴, 아이콘이 맥박처럼 빛남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ElevenLabs 내레이션 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A79"/>
                </a:solidFill>
                <a:latin typeface="맑은 고딕"/>
              </a:rPr>
              <a:t>이 모든 창작물이...  AI를 만들었습니다.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목소리 설정 : 차분하고 낮은 톤 / 느린 속도 / 감성적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3  —  당신도 창작자 / You Are Also a Creator  (17~25초, 8초)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목표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AI 도구를 사용하는 사람도 창작 행위의 주체임을 인식시킨다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1848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미디엄 샷 / 노트북 앞 인물 실루엣 / 따뜻한 창문 자연광 / 내레이션 텍스트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내레이션/카피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7685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"이제, 당신도 창작자입니다."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사용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3522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 : Gemini  |  영상 : Runway  |  음성 : ElevenLabs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도구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59359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실루엣 처리로 시청자가 인물에 자신을 투영, 자연광으로 씬2 어두움 → 희망으로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이미지 프롬프트 (Gemini)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 medium shot of a person's silhouette sitting at a desk with a laptop,
the laptop screen glowing brightly showing colorful AI-generated artwork.
Soft warm sunlight streaming through a window behind the figure,
golden dust particles floating in the light, lens flare,
cinematic, hopeful atmosphere, photorealistic, 4K.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091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노트북 앞에 앉은 인물 실루엣.
창문에서 흘러드는 따뜻한 자연광, 먼지 파티클, 렌즈 플레어.
희망적이고 고양된 분위기.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파일명 : scene03_creator.png  /  scene03_motion.mp4  /  scene03_narration.mp3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결과 요약 : 따뜻한 자연광 아래 노트북 앞 실루엣, 희망적 분위기 전환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3  —  영상 변환 &amp; 내레이션 프롬프트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A79"/>
                </a:solidFill>
                <a:latin typeface="맑은 고딕"/>
              </a:rPr>
              <a:t>Runway 영상 변환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The person slowly raises their head and looks at the glowing screen,
camera slowly pushes in toward the laptop screen,
warm sunlight gradually brightens, cinematic slow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인물이 고개를 들어 화면을 바라보며 카메라가 화면 쪽으로 천천히 당겨짐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ElevenLabs 내레이션 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A79"/>
                </a:solidFill>
                <a:latin typeface="맑은 고딕"/>
              </a:rPr>
              <a:t>이제,  당신도 창작자입니다.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목소리 설정 : 따뜻하고 부드러운 톤 / 확신 있는 속도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4  —  행동 지침 / Three Actions  (25~35초, 10초)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목표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출처 표기·허락·존중, 3가지 구체적 행동을 명확하게 전달한다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1848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센터 프레임 / 아티스트·AI사용자 미니멀 일러스트 / 흰 배경 / 텍스트 3단계 순차 강조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내레이션/카피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7685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"출처를 밝히고, 허락을 구하고, 창작자를 존중합니다."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사용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3522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 : Gemini  |  영상 : Runway  |  음성 : ElevenLabs  |  편집 : CapCut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도구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593591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Gemini 미니멀 일러스트 생성, CapCut 3단계 텍스트 페이드인 삽입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이미지 프롬프트 (Gemini)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 minimalist flat vector illustration of two friendly figures standing side by side.
Left: an artist holding a paintbrush and color palette.
Right: a person using a laptop with a small glowing star icon on the screen.
Clean white background, pastel soft blue and warm yellow,
simple geometric shapes, balanced composition, no text, no shadows.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091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두 인물이 나란히 선 미니멀 플랫 일러스트.
왼쪽: 붓과 팔레트를 든 아티스트.
오른쪽: 노트북 AI 사용자.
흰 배경, 파스텔 블루·노란색, 텍스트·그림자 없음.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파일명 : scene04_coexist.png  /  scene04_motion.mp4  /  scene04_narration.mp3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맑은 고딕"/>
              </a:rPr>
              <a:t>결과 요약 : 파스텔 톤 두 인물 공존 일러스트, 따뜻하고 균형 있는 구성 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4  —  영상 변환 &amp; 내레이션 프롬프트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A79"/>
                </a:solidFill>
                <a:latin typeface="맑은 고딕"/>
              </a:rPr>
              <a:t>Runway 영상 변환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The two figures simultaneously turn toward each other and nod gently,
subtle friendly animation, soft pastel glow between them,
smooth looping motion, flat 2D animation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한글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두 인물이 서로를 향해 고개를 끄덕이는 애니메이션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ElevenLabs 내레이션 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A79"/>
                </a:solidFill>
                <a:latin typeface="맑은 고딕"/>
              </a:rPr>
              <a:t>출처를 밝히고,  허락을 구하고,  창작자를 존중합니다.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목소리 설정 : 명확하고 또렷한 톤 / 세 문장 사이 짧은 간격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씬 5  —  엔딩 슬로건 카드 / Ending Card  (35~40초, 5초)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씬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씬 길이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819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5초  (35~40초)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03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목표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0370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슬로건을 각인시키고 AI 워터마크와 함께 공모전 아이덴티티를 마무리한다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사용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2549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편집 : CapCut  |  음성 : ElevenLabs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AI 이미지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4728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해당 없음 (편집 작업)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27455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D8EA"/>
                </a:solidFill>
                <a:latin typeface="맑은 고딕"/>
              </a:rPr>
              <a:t>CapCut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배경색 #0D1B2A (네이비)  |  메인 텍스트 : 만들기 전에, 한 번 더.  |  색상 #FFFFFF  |  폰트 Noto Sans KR Bold
서브 텍스트 : AI로 만들 때도, 창작자를 먼저 생각합니다.  |  등장 효과 : 페이드인 0.5초
BGM : 공모전 공식 지정 음원 페이드아웃  |  AI 워터마크 : 우측 하단 삽입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ElevenLabs 입력 텍스트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A79"/>
                </a:solidFill>
                <a:latin typeface="맑은 고딕"/>
              </a:rPr>
              <a:t>만들기 전에, 한 번 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8521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목소리 설정 : 여운이 있는 낮고 조용한 톤 / 천천히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04  프롬프트 수정 전/후 기록 / Prompt Revision Log  (씬 2 기준)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수정 전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60120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many images and text flowing into an AI 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수정 전 문제점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828800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단순한 카툰 스타일로 생성됨 — 광고 톤앤매너와 불일치, 파티클 규모감·긴장감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8EA"/>
                </a:solidFill>
                <a:latin typeface="맑은 고딕"/>
              </a:rPr>
              <a:t>수정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697480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시네마틱 키워드 추가  ② 배경 색상 명시  ③ 파티클 종류·발광 속성 구체화  ④ 수렴 행위를 동사로 명확히 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59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수정 후 프롬프트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566159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Abstract digital visualization of thousands of tiny artworks, music notes, handwritten text, and painting fragments all flowing and converging into a single glowing AI neural network icon. Deep dark navy space background, electric blue and white luminous particles, cinematic, 4K.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수정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434840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어두운 우주 배경 위 파란 발광 파티클이 AI 아이콘으로 수렴하는 이미지 확보. 광고 톤앤매너와 일치.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A79"/>
                </a:solidFill>
                <a:latin typeface="맑은 고딕"/>
              </a:rPr>
              <a:t>05  타임라인 요약 / Timeline &amp; 제작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60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구간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60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길이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960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960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주요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44168"/>
            <a:ext cx="11457432" cy="12700"/>
          </a:xfrm>
          <a:prstGeom prst="rect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8EA"/>
                </a:solidFill>
                <a:latin typeface="맑은 고딕"/>
              </a:rPr>
              <a:t>씬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0~7초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7초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창작자의 손 (화가·피아니스트·작가 3컷)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63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Gemini +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8483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8EA"/>
                </a:solidFill>
                <a:latin typeface="맑은 고딕"/>
              </a:rPr>
              <a:t>씬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8483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7~17초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8483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10초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08483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창작물 → AI 수렴 시각화 + 내레이션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8483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Gemini + Runway + 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0662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8EA"/>
                </a:solidFill>
                <a:latin typeface="맑은 고딕"/>
              </a:rPr>
              <a:t>씬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70662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17~25초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70662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8초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70662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실루엣 창작자 + 분위기 전환 + 내레이션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706624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Gemini + Runway + ElevenLabs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32841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8EA"/>
                </a:solidFill>
                <a:latin typeface="맑은 고딕"/>
              </a:rPr>
              <a:t>씬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3284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25~35초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32841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10초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32841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출처·허락·존중 3단계 행동 지침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28416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Gemini + Runway + ElevenLabs + CapCut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50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8EA"/>
                </a:solidFill>
                <a:latin typeface="맑은 고딕"/>
              </a:rPr>
              <a:t>씬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95020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35~40초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950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5초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9502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슬로건 엔딩 카드 + AI 워터마크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502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맑은 고딕"/>
              </a:rPr>
              <a:t>ElevenLabs + CapCut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920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A79"/>
                </a:solidFill>
                <a:latin typeface="맑은 고딕"/>
              </a:rPr>
              <a:t>합계 : 40초  |  1920×1080 / 16:9 / H.264 / AAC  |  공모전 공식 지정 음원  |  AI 워터마크 필수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49240"/>
            <a:ext cx="11457432" cy="25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44068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맑은 고딕"/>
              </a:rPr>
              <a:t>출품 일정 : 공모 기간 2026.06.11~07.15  |  접수 기간 2026.07.01~07.15  |  SNS 업로드 후 URL 제출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1878</Words>
  <Application>Microsoft Office PowerPoint</Application>
  <PresentationFormat>사용자 지정</PresentationFormat>
  <Paragraphs>208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유상우</cp:lastModifiedBy>
  <cp:revision>2</cp:revision>
  <dcterms:created xsi:type="dcterms:W3CDTF">2013-01-27T09:14:16Z</dcterms:created>
  <dcterms:modified xsi:type="dcterms:W3CDTF">2026-06-13T23:23:46Z</dcterms:modified>
  <cp:category/>
</cp:coreProperties>
</file>